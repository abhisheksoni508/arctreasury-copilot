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Instrument Sans Semi Bold"/>
      <p:regular r:id="rId16"/>
    </p:embeddedFont>
    <p:embeddedFont>
      <p:font typeface="Instrument Sans Semi Bold"/>
      <p:regular r:id="rId17"/>
    </p:embeddedFont>
    <p:embeddedFont>
      <p:font typeface="Instrument Sans Semi Bold"/>
      <p:regular r:id="rId18"/>
    </p:embeddedFont>
    <p:embeddedFont>
      <p:font typeface="Instrument Sans Semi Bold"/>
      <p:regular r:id="rId19"/>
    </p:embeddedFont>
    <p:embeddedFont>
      <p:font typeface="Instrument Sans Medium"/>
      <p:regular r:id="rId20"/>
    </p:embeddedFont>
    <p:embeddedFont>
      <p:font typeface="Instrument Sans Medium"/>
      <p:regular r:id="rId21"/>
    </p:embeddedFont>
    <p:embeddedFont>
      <p:font typeface="Instrument Sans Medium"/>
      <p:regular r:id="rId22"/>
    </p:embeddedFont>
    <p:embeddedFont>
      <p:font typeface="Instrument Sans Medium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7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801297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ArcTreasury Copilot: AI-Powered USDC Payouts, Policy &amp; Treasury Automation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97657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Full-stack treasury operations platform that automates multi-recipient USDC payouts across chains, enforces policy, runs an autonomous agent, and manages an RWA-backed treasury — integrates Circle Programmable Wallets, CCTP V2 bridging, and Circle Gateway fiat rails.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3536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Problem Statement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384250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Manual payout workflows are slow, error-prone, and opaque. Teams need policy-driven automation, auditable trails, reliable cross-chain execution, and a place to put idle USDC with measurable yield — all while keeping demo and real flows clearly separated.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4673"/>
            <a:ext cx="1182028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Solution Snapshot — What ArcTreasury Copilot Delivers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15277"/>
            <a:ext cx="883920" cy="5462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61197" y="2215277"/>
            <a:ext cx="188059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Payout Batch Ingestion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961197" y="3060025"/>
            <a:ext cx="1880592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Seed or upload batches (payroll, vendors, revenue splits). Deterministic demo seeding for the agent.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278" y="2215277"/>
            <a:ext cx="883920" cy="5462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92685" y="2215277"/>
            <a:ext cx="18807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5-Rule Policy &amp; Risk Engine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92685" y="3060025"/>
            <a:ext cx="1880711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Amount limits, chain validation, blocklist checks, velocity, duplicates → risk 0–100 → APPROVED/QUEUED/REVIEW/HELD/REJECTED.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6884" y="2215277"/>
            <a:ext cx="883920" cy="5462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24292" y="2215277"/>
            <a:ext cx="1880711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Multi-Recipient, Multi-Chain Payouts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8624292" y="3768685"/>
            <a:ext cx="1880711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Payout-legs model across 7 chains (ETH, Polygon, Arbitrum, Solana, Avalanche, Base, Arc) with independent retry per leg.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8491" y="2215277"/>
            <a:ext cx="883920" cy="5462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955899" y="2215277"/>
            <a:ext cx="188071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Adapter Pattern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1955899" y="3060025"/>
            <a:ext cx="1880711" cy="326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Swap Mock / Circle / Arc adapters without changing business logic; Mock for demos, Circle for real USDC (ARC-TESTNET).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4184"/>
            <a:ext cx="672060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Autonomous Agent &amp; AutoPilot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56473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288977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Agent loop: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Seed batch → run policy → auto-review → execute → log → repeat. Configurable strategies: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3581757"/>
            <a:ext cx="4205168" cy="1973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Conservative — approve only pre-approved items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Balanced — auto-approve risk &lt; 50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Aggressive — auto-approve all except REJECTED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8943" y="5758934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One-Click AutoPilot: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Single button runs end-to-end pipeline with real-time progress UI and step-level statuses.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51879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Policy Engine — Rules &amp; Decision Mapping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4125992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Five sequential checks: Amount Limit, Chain Validation, Recipient Blocklist, Velocity, Duplicate Detection. Scores map to 5 buckets: APPROVED (0–24), QUEUED (25–49), REVIEW (50–74), HELD (75–89), REJECTED (90–100). All policy decisions are logged to the audit trail.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0460"/>
            <a:ext cx="1248060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RWA-Backed Treasury — Yield, Liquidity &amp; Auto-Rebalance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184106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2691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T-Bills — 5.25% APY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18194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 risk, instant liquidity. Included in liquidity ratio calculations.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184106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6884" y="2691527"/>
            <a:ext cx="426470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Money Market Fund — 4.8% APY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456884" y="3181945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Low risk, same-day liquidity for operational buffers.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361378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3790" y="5211842"/>
            <a:ext cx="38090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Corporate Bonds — 6.1% APY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93790" y="5702260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Medium risk, T+2 liquidity; prioritized after liquid reserves.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361378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56884" y="5211842"/>
            <a:ext cx="37759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Real Estate Fund — 7.5% APY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456884" y="5702260"/>
            <a:ext cx="637972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Higher yield, longer lock (T+30). Used for yield enhancement with diversification.</a:t>
            </a:r>
            <a:endParaRPr lang="en-US" sz="1750" dirty="0"/>
          </a:p>
        </p:txBody>
      </p:sp>
      <p:sp>
        <p:nvSpPr>
          <p:cNvPr id="15" name="Text 9"/>
          <p:cNvSpPr/>
          <p:nvPr/>
        </p:nvSpPr>
        <p:spPr>
          <a:xfrm>
            <a:off x="793790" y="668321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Health score = composite of Liquidity Ratio (target ≥ 40%), Diversification Index, and Yield Composite. Auto-rebalance enforces reserve threshold by redeeming lower-priority positions.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4184"/>
            <a:ext cx="71382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CCTP V2 Bridge &amp; Circle Gateway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256473"/>
            <a:ext cx="8284131" cy="4623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8943" y="2651760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CCTP V2: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Route planner across 7 chains, 42 routes. Calculates burn → attest → mint per route with fee and time estimates; Arc-native routes get reduced fees.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9638943" y="4670346"/>
            <a:ext cx="420516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Circle Gateway: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Wire/ACH/SEPA rails in USD/EUR/GBP/SGD. FX conversion applied before minting USDC. Fee breakdown and bank instructions surfaced in UI.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935367"/>
            <a:ext cx="455378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Observability &amp; Audit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384250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state transition is recorded: batch events, policy scores, reviews, agent actions, executions, retries, treasury operations. Audit schema captures entity, action, old→new state, details, and timestamps — enabling reproducibility and bounty review.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4489"/>
            <a:ext cx="558915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50546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Architecture &amp; Tech Stack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645093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2879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Frontend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369945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 18, Vite, TypeScript, Tailwind. 7 pages, 9 reusable components, real-time progress UI.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2645093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28795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Backend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369945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FastAPI (Python 3.12), modular services: policy, execution, agent, treasury, bridge, gateway, audit.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2645093"/>
            <a:ext cx="4196358" cy="2410897"/>
          </a:xfrm>
          <a:prstGeom prst="roundRect">
            <a:avLst>
              <a:gd name="adj" fmla="val 3952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2879527"/>
            <a:ext cx="31225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Persistence &amp; Adapters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369945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SQLite (WAL) with 9 tables. Adapter pattern: mock, circle (Circle Programmable Wallets), arc (Arc API).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282803"/>
            <a:ext cx="13042702" cy="1322189"/>
          </a:xfrm>
          <a:prstGeom prst="roundRect">
            <a:avLst>
              <a:gd name="adj" fmla="val 7205"/>
            </a:avLst>
          </a:prstGeom>
          <a:solidFill>
            <a:srgbClr val="E2E3E9"/>
          </a:solidFill>
          <a:ln w="7620">
            <a:solidFill>
              <a:srgbClr val="C8C9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224" y="55172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5B5F71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APIs &amp; Integrations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6007656"/>
            <a:ext cx="125738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43 REST endpoints, Circle SDK v10.1.0, CCTP route planner, fiat rails (Wire/ACH/SEPA).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2026-02-28T07:21:22Z</dcterms:created>
  <dcterms:modified xsi:type="dcterms:W3CDTF">2026-02-28T07:21:22Z</dcterms:modified>
</cp:coreProperties>
</file>